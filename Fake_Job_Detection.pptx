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9" d="100"/>
          <a:sy n="69" d="100"/>
        </p:scale>
        <p:origin x="12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656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196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990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540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896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848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99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615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4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3163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435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4928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2446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988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514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415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  <p:sldLayoutId id="2147483806" r:id="rId12"/>
    <p:sldLayoutId id="2147483807" r:id="rId13"/>
    <p:sldLayoutId id="2147483808" r:id="rId14"/>
    <p:sldLayoutId id="2147483809" r:id="rId15"/>
    <p:sldLayoutId id="21474838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50793"/>
            <a:ext cx="7700818" cy="1470025"/>
          </a:xfrm>
        </p:spPr>
        <p:txBody>
          <a:bodyPr>
            <a:normAutofit/>
          </a:bodyPr>
          <a:lstStyle/>
          <a:p>
            <a:r>
              <a:rPr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Fake Job Detection using NLP</a:t>
            </a:r>
            <a:br>
              <a:rPr lang="en-IE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E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GB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Feature Extraction</a:t>
            </a:r>
            <a:endParaRPr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3272" y="2944090"/>
            <a:ext cx="6396183" cy="1752600"/>
          </a:xfrm>
        </p:spPr>
        <p:txBody>
          <a:bodyPr>
            <a:normAutofit lnSpcReduction="10000"/>
          </a:bodyPr>
          <a:lstStyle/>
          <a:p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1:</a:t>
            </a:r>
          </a:p>
          <a:p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Baban</a:t>
            </a: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Jadhav (Team Leader)</a:t>
            </a:r>
            <a:br>
              <a:rPr lang="en-IE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Harshitha</a:t>
            </a: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Mamadi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Valmik Patil</a:t>
            </a:r>
          </a:p>
          <a:p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Danish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3" y="2015733"/>
            <a:ext cx="7869382" cy="3450613"/>
          </a:xfrm>
        </p:spPr>
        <p:txBody>
          <a:bodyPr wrap="square"/>
          <a:lstStyle/>
          <a:p>
            <a:endParaRPr lang="en-IN" dirty="0"/>
          </a:p>
          <a:p>
            <a:pPr>
              <a:defRPr sz="20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Detect fake job postings using Natural Language Processing (NLP)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 Kaggle dataset: fake_job_postings.csv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Identify fraudulent job descriptions through text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</a:rPr>
              <a:t>Dataset 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981" y="609600"/>
            <a:ext cx="6347714" cy="3880773"/>
          </a:xfrm>
        </p:spPr>
        <p:txBody>
          <a:bodyPr wrap="square">
            <a:normAutofit/>
          </a:bodyPr>
          <a:lstStyle/>
          <a:p>
            <a:endParaRPr dirty="0"/>
          </a:p>
          <a:p>
            <a:pPr>
              <a:defRPr sz="2000"/>
            </a:pPr>
            <a:br>
              <a:rPr dirty="0"/>
            </a:br>
            <a:br>
              <a:rPr dirty="0"/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Loaded dataset using pandas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Checked records, columns, and data types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Ensured no missing or duplicate data before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</a:rPr>
              <a:t>Data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 dirty="0"/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Code: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df.isnull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().sum())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print(df['fraudulent'].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value_counts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print(df['description'].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iloc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[0])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Checked missing values per column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Counted real vs fake job posts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Displayed few fake job descriptions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890" y="342418"/>
            <a:ext cx="6571343" cy="1049235"/>
          </a:xfrm>
        </p:spPr>
        <p:txBody>
          <a:bodyPr/>
          <a:lstStyle/>
          <a:p>
            <a:r>
              <a:rPr dirty="0"/>
              <a:t> </a:t>
            </a:r>
            <a:r>
              <a:rPr b="1" dirty="0">
                <a:solidFill>
                  <a:schemeClr val="tx1"/>
                </a:solidFill>
              </a:rPr>
              <a:t>Text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891" y="1052944"/>
            <a:ext cx="7070108" cy="5805055"/>
          </a:xfrm>
        </p:spPr>
        <p:txBody>
          <a:bodyPr wrap="square">
            <a:normAutofit/>
          </a:bodyPr>
          <a:lstStyle/>
          <a:p>
            <a:endParaRPr sz="2900" dirty="0"/>
          </a:p>
          <a:p>
            <a:pPr>
              <a:defRPr sz="2000"/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re, string,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nltk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nltk.corpus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stopwords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nltk.stem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WordNetLemmatizer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clean_text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(text):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text =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text.lower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text =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re.sub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(r'&lt;.*?&gt;', '', text)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text =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re.sub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(r'[%s\d]' %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re.escape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string.punctuation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' ', text)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stop_words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set(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stopwords.words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english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'))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lemmatizer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WordNetLemmatizer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words = [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lemmatizer.lemmatize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(w) for w in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text.split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if w not in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stop_words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b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" ".join(words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dirty="0"/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Converted text to lowercase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Removed HTML, punctuation, numbers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Removed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stopwords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lemmatized words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</a:rPr>
              <a:t>Cleaned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7380" y="1930400"/>
            <a:ext cx="8128001" cy="4203265"/>
          </a:xfrm>
        </p:spPr>
        <p:txBody>
          <a:bodyPr wrap="square">
            <a:normAutofit/>
          </a:bodyPr>
          <a:lstStyle/>
          <a:p>
            <a:endParaRPr dirty="0"/>
          </a:p>
          <a:p>
            <a:pPr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Code: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df['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clean_description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 = df['description'].apply(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clean_text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df[['description','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clean_description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']].head(2)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Applied cleaning to description column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Created new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clean_description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Ready for model training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</a:rPr>
              <a:t>Feature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10000"/>
          </a:bodyPr>
          <a:lstStyle/>
          <a:p>
            <a:endParaRPr dirty="0"/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Code: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sklearn.feature_extraction.text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CountVectorizer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TfidfVectorizer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bow =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CountVectorizer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max_features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=2000)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X_bow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bow.fit_transform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(df['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clean_description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'])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tfidf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TfidfVectorizer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max_features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=2000)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X_tfidf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tfidf.fit_transform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(df['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clean_description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'])</a:t>
            </a:r>
            <a:br>
              <a:rPr dirty="0"/>
            </a:b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BoW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counts word frequency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TF-IDF weighs words by importance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TF-IDF captures meaning better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</a:rPr>
              <a:t>Top Frequent 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930400"/>
            <a:ext cx="6347714" cy="3880773"/>
          </a:xfrm>
        </p:spPr>
        <p:txBody>
          <a:bodyPr wrap="square">
            <a:norm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Code: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collections import Counter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bow_counts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X_bow.toarray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().sum(axis=0)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vocab =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bow.get_feature_names_out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freq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dict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(zip(vocab,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bow_counts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print(sorted(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freq.items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key=lambda x: x[1], reverse=True)[:10])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Output: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experience, skills, team, work, development,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</a:rPr>
              <a:t>Team Coordination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defRPr sz="2000"/>
            </a:pPr>
            <a:r>
              <a:rPr dirty="0" err="1"/>
              <a:t>B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Dataset loading, coordination, PPT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Harshitha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Text cleaning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Valmik: Feature extraction 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BoW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TF-IDF)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Danish: Word frequency analysis, final verification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036" y="1818845"/>
            <a:ext cx="8829964" cy="3880773"/>
          </a:xfrm>
        </p:spPr>
        <p:txBody>
          <a:bodyPr wrap="square"/>
          <a:lstStyle/>
          <a:p>
            <a:endParaRPr dirty="0"/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Learned dataset preprocessing, cleaning, and feature extraction in NLP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TF-IDF is more effective than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BoW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text representation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Tools used: Python, Pandas, NLTK,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Scikit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-learn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Next step: Build fake job classification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</TotalTime>
  <Words>656</Words>
  <Application>Microsoft Office PowerPoint</Application>
  <PresentationFormat>On-screen Show (4:3)</PresentationFormat>
  <Paragraphs>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Times New Roman</vt:lpstr>
      <vt:lpstr>Trebuchet MS</vt:lpstr>
      <vt:lpstr>Wingdings 3</vt:lpstr>
      <vt:lpstr>Facet</vt:lpstr>
      <vt:lpstr>Fake Job Detection using NLP               Data Preprocessing &amp; Feature Extraction</vt:lpstr>
      <vt:lpstr>Project Objective</vt:lpstr>
      <vt:lpstr>Dataset Loading</vt:lpstr>
      <vt:lpstr>Data Exploration</vt:lpstr>
      <vt:lpstr> Text Cleaning</vt:lpstr>
      <vt:lpstr>Cleaned Dataset</vt:lpstr>
      <vt:lpstr>Feature Extraction</vt:lpstr>
      <vt:lpstr>Top Frequent Words</vt:lpstr>
      <vt:lpstr>Team Coordination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 Job Detection using NLP               Data Preprocessing &amp; Feature Extraction</dc:title>
  <dc:subject/>
  <dc:creator/>
  <cp:keywords/>
  <dc:description>generated using python-pptx</dc:description>
  <cp:lastModifiedBy>DELL</cp:lastModifiedBy>
  <cp:revision>4</cp:revision>
  <dcterms:created xsi:type="dcterms:W3CDTF">2013-01-27T09:14:16Z</dcterms:created>
  <dcterms:modified xsi:type="dcterms:W3CDTF">2025-10-27T13:17:55Z</dcterms:modified>
  <cp:category/>
</cp:coreProperties>
</file>